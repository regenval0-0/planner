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-55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Times New Roman"/>
              </a:defRPr>
            </a:pPr>
            <a:r>
              <a:t>Обзорный доклад по React.js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4A3B8"/>
                </a:solidFill>
                <a:latin typeface="Times New Roman"/>
              </a:defRPr>
            </a:pPr>
            <a:r>
              <a:t>Презентация с устной защитой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4A3B8"/>
                </a:solidFill>
                <a:latin typeface="Times New Roman"/>
              </a:defRPr>
            </a:pPr>
            <a:r>
              <a:t>Вайман, Билялова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Times New Roman"/>
              </a:defRPr>
            </a:pPr>
            <a:r>
              <a:t>Содержание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• Назначение React. Виртуальный DOM. Императивный и декларативный подходы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• Структура проекта (CRA / Vite). Точка входа, процесс сборки, dev и production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• Связь JSX и React.createElement. Правила написания. Проблема без фрагмента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• Функциональные и классовые компоненты. SRP. Декомпозиция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• Однонаправленный поток данных. Пропсы. Деструктуризация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• Хук useState. Состояние vs пропсы. Асинхронность. Мутация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• Хук useEffect. Массив зависимостей. Cleanup. Бесконечный цикл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• Роутинг в SPA. BrowserRouter, Routes, Route. Link vs &lt;a&gt;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• Запросы к API. Где выполнять. Состояния loading / data / error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Times New Roman"/>
              </a:defRPr>
            </a:pPr>
            <a:r>
              <a:t>1. Назначение React. Виртуальный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r>
              <a:t>React — библиотека JavaScript для построения пользовательских интерфейсов. Решает проблему сложности управления DOM при частых обновлениях.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r>
              <a:t>Виртуальный DOM — легковесная копия реального DOM в виде JS-объектов. React сравнивает новое дерево со старым через реконсиляцию и применяет минимальные изменения.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r>
              <a:t>Императивный подход — «как сделать» (пошаговые инструкции). Декларативный подход — «что должно быть» (описание результата). React — декларативен.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3949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94A3B8"/>
                </a:solidFill>
                <a:latin typeface="Times New Roman"/>
              </a:defRPr>
            </a:pPr>
            <a:r>
              <a:t>Аналогия: архитектор вносит правки в макет, сравнивает старый и новый, и только потом меняет реальное здание.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Times New Roman"/>
              </a:defRPr>
            </a:pPr>
            <a:r>
              <a:t>2. Структура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r>
              <a:t>CRA — инструмент от Meta на Webpack. Vite — современная альтернатива на ES-модулях и Rollup.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r>
              <a:t>Точка входа — index.jsx/main.jsx: импорт ReactDOM, createRoot(), рендер App.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r>
              <a:t>div#root — контейнер в index.html, куда React монтирует всё приложение.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r>
              <a:t>Dev vs Production: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r>
              <a:t>  • Dev: карты исходного кода, подробные ошибки, горячая замена модулей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r>
              <a:t>  • Production: минификация, удаление неиспользуемого кода, разделение на чанки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Times New Roman"/>
              </a:defRPr>
            </a:pPr>
            <a:r>
              <a:t>3. JSX и React.createElement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r>
              <a:t>JSX — синтаксическое расширение JS, транспилируется в React.createElement().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r>
              <a:t>Правила JSX: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r>
              <a:t>  • Один корневой элемент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r>
              <a:t>  • camelCase атрибуты: className, onClick, htmlFor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r>
              <a:t>  • Все теги закрыты: &lt;img /&gt;, &lt;br /&gt;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r>
              <a:t>Проблема без фрагмента: функция не может вернуть несколько элементов. Решение — &lt;&gt;...&lt;/&gt; (React.Fragment).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6634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4D399"/>
                </a:solidFill>
                <a:latin typeface="Consolas"/>
              </a:defRPr>
            </a:pPr>
            <a:r>
              <a:t>&lt;div className="app"&gt;Hello&lt;/div&gt;</a:t>
            </a:r>
            <a:br/>
            <a:r>
              <a:t>// транспилируется в:</a:t>
            </a:r>
            <a:br/>
            <a:r>
              <a:t>React.createElement("div", { className: "app" }, "Hello")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Times New Roman"/>
              </a:defRPr>
            </a:pPr>
            <a:r>
              <a:t>4. Компоненты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 dirty="0" err="1"/>
              <a:t>Компонент</a:t>
            </a:r>
            <a:r>
              <a:rPr dirty="0"/>
              <a:t> — </a:t>
            </a:r>
            <a:r>
              <a:rPr dirty="0" err="1"/>
              <a:t>независимый</a:t>
            </a:r>
            <a:r>
              <a:rPr dirty="0"/>
              <a:t> </a:t>
            </a:r>
            <a:r>
              <a:rPr dirty="0" err="1"/>
              <a:t>блок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, </a:t>
            </a:r>
            <a:r>
              <a:rPr dirty="0" err="1"/>
              <a:t>принимающий</a:t>
            </a:r>
            <a:r>
              <a:rPr dirty="0"/>
              <a:t> </a:t>
            </a:r>
            <a:r>
              <a:rPr dirty="0" err="1"/>
              <a:t>пропсы</a:t>
            </a:r>
            <a:r>
              <a:rPr dirty="0"/>
              <a:t> и </a:t>
            </a:r>
            <a:r>
              <a:rPr dirty="0" err="1"/>
              <a:t>возвращающий</a:t>
            </a:r>
            <a:r>
              <a:rPr dirty="0"/>
              <a:t> JSX.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 dirty="0" err="1"/>
              <a:t>Классовые</a:t>
            </a:r>
            <a:r>
              <a:rPr dirty="0"/>
              <a:t> (</a:t>
            </a:r>
            <a:r>
              <a:rPr dirty="0" err="1"/>
              <a:t>устаревшие</a:t>
            </a:r>
            <a:r>
              <a:rPr dirty="0"/>
              <a:t>): </a:t>
            </a:r>
            <a:r>
              <a:rPr dirty="0" err="1"/>
              <a:t>наследуют</a:t>
            </a:r>
            <a:r>
              <a:rPr dirty="0"/>
              <a:t> </a:t>
            </a:r>
            <a:r>
              <a:rPr dirty="0" err="1"/>
              <a:t>React.Component</a:t>
            </a:r>
            <a:r>
              <a:rPr dirty="0"/>
              <a:t>. </a:t>
            </a:r>
            <a:r>
              <a:rPr dirty="0" err="1"/>
              <a:t>Имеют</a:t>
            </a:r>
            <a:r>
              <a:rPr dirty="0"/>
              <a:t> render(), </a:t>
            </a:r>
            <a:r>
              <a:rPr dirty="0" err="1"/>
              <a:t>this.state</a:t>
            </a:r>
            <a:r>
              <a:rPr dirty="0"/>
              <a:t>, </a:t>
            </a:r>
            <a:r>
              <a:rPr dirty="0" err="1"/>
              <a:t>методы</a:t>
            </a:r>
            <a:r>
              <a:rPr dirty="0"/>
              <a:t> </a:t>
            </a:r>
            <a:r>
              <a:rPr dirty="0" err="1"/>
              <a:t>жизненного</a:t>
            </a:r>
            <a:r>
              <a:rPr dirty="0"/>
              <a:t> </a:t>
            </a:r>
            <a:r>
              <a:rPr dirty="0" err="1"/>
              <a:t>цикла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 dirty="0" err="1"/>
              <a:t>Функциональные</a:t>
            </a:r>
            <a:r>
              <a:rPr dirty="0"/>
              <a:t> (</a:t>
            </a:r>
            <a:r>
              <a:rPr dirty="0" err="1"/>
              <a:t>современные</a:t>
            </a:r>
            <a:r>
              <a:rPr dirty="0"/>
              <a:t>): </a:t>
            </a:r>
            <a:r>
              <a:rPr dirty="0" err="1"/>
              <a:t>обычные</a:t>
            </a:r>
            <a:r>
              <a:rPr dirty="0"/>
              <a:t> </a:t>
            </a:r>
            <a:r>
              <a:rPr dirty="0" err="1"/>
              <a:t>функции</a:t>
            </a:r>
            <a:r>
              <a:rPr dirty="0"/>
              <a:t> JS + </a:t>
            </a:r>
            <a:r>
              <a:rPr dirty="0" err="1"/>
              <a:t>хуки</a:t>
            </a:r>
            <a:r>
              <a:rPr dirty="0"/>
              <a:t>. </a:t>
            </a:r>
            <a:r>
              <a:rPr dirty="0" err="1"/>
              <a:t>Стандарт</a:t>
            </a:r>
            <a:r>
              <a:rPr dirty="0"/>
              <a:t> с React 16.8.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 dirty="0"/>
              <a:t>SRP — </a:t>
            </a:r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компонент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одну</a:t>
            </a:r>
            <a:r>
              <a:rPr dirty="0"/>
              <a:t> </a:t>
            </a:r>
            <a:r>
              <a:rPr dirty="0" err="1"/>
              <a:t>задачу</a:t>
            </a:r>
            <a:r>
              <a:rPr dirty="0"/>
              <a:t>. </a:t>
            </a:r>
            <a:r>
              <a:rPr dirty="0" err="1"/>
              <a:t>Декомпозиция</a:t>
            </a:r>
            <a:r>
              <a:rPr dirty="0"/>
              <a:t> — </a:t>
            </a:r>
            <a:r>
              <a:rPr dirty="0" err="1"/>
              <a:t>разбиение</a:t>
            </a:r>
            <a:r>
              <a:rPr dirty="0"/>
              <a:t> </a:t>
            </a:r>
            <a:r>
              <a:rPr dirty="0" err="1"/>
              <a:t>монолита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мелкие</a:t>
            </a:r>
            <a:r>
              <a:rPr dirty="0"/>
              <a:t> </a:t>
            </a:r>
            <a:r>
              <a:rPr dirty="0" err="1"/>
              <a:t>компоненты</a:t>
            </a:r>
            <a:r>
              <a:rPr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303520"/>
            <a:ext cx="91440" cy="914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7171"/>
                </a:solidFill>
                <a:latin typeface="Times New Roman"/>
              </a:defRPr>
            </a:pPr>
            <a:r>
              <a:t>Ошибка:</a:t>
            </a:r>
          </a:p>
          <a:p>
            <a:pPr>
              <a:defRPr sz="1600">
                <a:solidFill>
                  <a:srgbClr val="FFFFFF"/>
                </a:solidFill>
                <a:latin typeface="Times New Roman"/>
              </a:defRPr>
            </a:pPr>
            <a:r>
              <a:t>Не объявляй компонент внутри другого — при каждом рендере создаётся новый тип, DOM пересоздаётся с нуля.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Times New Roman"/>
              </a:defRPr>
            </a:pPr>
            <a:r>
              <a:t>5. Поток данных и пропсы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r>
              <a:t>Пропсы — данные от родителя к ребёнку через атрибуты JSX. Только для чтения в дочернем компоненте.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r>
              <a:t>Однонаправленный поток: данные текут сверху вниз — от родителя к потомкам. Это делает приложение предсказуемым.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r>
              <a:t>Деструктуризация: const { name, age } = props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r>
              <a:t>Значения по умолчанию: function Button({ text = 'Нажми' })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Times New Roman"/>
              </a:defRPr>
            </a:pPr>
            <a:r>
              <a:t>Подъём состояния: если компоненты разделяют данные — состояние поднимается к общему предку.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6634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4D399"/>
                </a:solidFill>
                <a:latin typeface="Consolas"/>
              </a:defRPr>
            </a:pPr>
            <a:r>
              <a:t>&lt;Child name="Ivan" age={25} /&gt;</a:t>
            </a:r>
            <a:br/>
            <a:r>
              <a:t/>
            </a:r>
            <a:br/>
            <a:r>
              <a:t>const { name, age } = props;</a:t>
            </a:r>
            <a:br/>
            <a:r>
              <a:t>function Button({ text = "Нажми" }) {}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Times New Roman"/>
              </a:defRPr>
            </a:pPr>
            <a:r>
              <a:t>6. Хук useState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useState — хук для добавления состояния в функциональные компоненты. Возвращает [значение, установщик].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Состояние vs пропсы: пропсы — внешние, состояние — внутренние.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Асинхронность: React группирует обновления. Сразу после setCount() значение ещё старое.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Функция-обновитель: вместо setCount(count + 1) используйте setCount(prev =&gt; prev + 1).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114800"/>
            <a:ext cx="11247120" cy="18288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4D399"/>
                </a:solidFill>
                <a:latin typeface="Consolas"/>
              </a:defRPr>
            </a:pPr>
            <a:r>
              <a:t>const [count, setCount] = useState(0);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303520"/>
            <a:ext cx="91440" cy="914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7171"/>
                </a:solidFill>
                <a:latin typeface="Times New Roman"/>
              </a:defRPr>
            </a:pPr>
            <a:r>
              <a:t>Ошибка: прямая мутация</a:t>
            </a:r>
          </a:p>
          <a:p>
            <a:pPr>
              <a:defRPr sz="1600">
                <a:solidFill>
                  <a:srgbClr val="FFFFFF"/>
                </a:solidFill>
                <a:latin typeface="Times New Roman"/>
              </a:defRPr>
            </a:pPr>
            <a:r>
              <a:t>state.push(item) — плохо. React сравнивает по ссылке. Нужно: setState([...state, item]).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Times New Roman"/>
              </a:defRPr>
            </a:pPr>
            <a:r>
              <a:t>7. Хук useEffect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useEffect — хук для побочных эффектов: запросы, подписки, таймеры.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Массив зависимостей: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  • Нет массива — после каждого рендера (редко)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  • [] — только при монтировании (загрузка данных)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  • [userId] — при монтировании и изменении зависимости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Cleanup: функция, которую возвращает эффект. Отменяет подписки, таймеры при размонтировании. Без неё — утечки памяти.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303520"/>
            <a:ext cx="91440" cy="914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7171"/>
                </a:solidFill>
                <a:latin typeface="Times New Roman"/>
              </a:defRPr>
            </a:pPr>
            <a:r>
              <a:t>Ошибка: бесконечный цикл</a:t>
            </a:r>
          </a:p>
          <a:p>
            <a:pPr>
              <a:defRPr sz="1600">
                <a:solidFill>
                  <a:srgbClr val="FFFFFF"/>
                </a:solidFill>
                <a:latin typeface="Times New Roman"/>
              </a:defRPr>
            </a:pPr>
            <a:r>
              <a:t>Если внутри useEffect обновляется состояние, которое в deps — эффект запускается снова и снова.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Times New Roman"/>
              </a:defRPr>
            </a:pPr>
            <a:r>
              <a:t>8. Роутинг в SPA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SPA — одностраничное приложение. Код загружается один раз, навигация без перезагрузки.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Роутинг — сопоставление URL с компонентами. Стандарт: react-router-dom.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BrowserRouter — обёртка через History API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Routes — контейнер маршрутов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Route — шаблон пути + компонент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Link vs &lt;a&gt;: &lt;a&gt; перезагружает страницу. Link меняет URL через History API без перезагрузки.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t>Динамические параметры: /user/:id — доступны через useParams().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303520"/>
            <a:ext cx="91440" cy="914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7171"/>
                </a:solidFill>
                <a:latin typeface="Times New Roman"/>
              </a:defRPr>
            </a:pPr>
            <a:r>
              <a:t>Ошибка: использование &lt;a&gt; в SPA</a:t>
            </a:r>
          </a:p>
          <a:p>
            <a:pPr>
              <a:defRPr sz="1600">
                <a:solidFill>
                  <a:srgbClr val="FFFFFF"/>
                </a:solidFill>
                <a:latin typeface="Times New Roman"/>
              </a:defRPr>
            </a:pPr>
            <a:r>
              <a:t>Каждый клик по &lt;a&gt; разрушает состояние и перезагружает приложение.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Times New Roman"/>
              </a:defRPr>
            </a:pPr>
            <a:r>
              <a:t>9. Запросы к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 dirty="0"/>
              <a:t>API —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взаимодействия</a:t>
            </a:r>
            <a:r>
              <a:rPr dirty="0"/>
              <a:t> </a:t>
            </a:r>
            <a:r>
              <a:rPr dirty="0" err="1"/>
              <a:t>фронтенда</a:t>
            </a:r>
            <a:r>
              <a:rPr dirty="0"/>
              <a:t> с </a:t>
            </a:r>
            <a:r>
              <a:rPr dirty="0" err="1"/>
              <a:t>бэкендом</a:t>
            </a:r>
            <a:r>
              <a:rPr dirty="0"/>
              <a:t>. </a:t>
            </a:r>
            <a:r>
              <a:rPr dirty="0" err="1"/>
              <a:t>Формат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— JSON.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выполнять</a:t>
            </a:r>
            <a:r>
              <a:rPr dirty="0"/>
              <a:t>: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useEffect</a:t>
            </a:r>
            <a:r>
              <a:rPr dirty="0"/>
              <a:t> с </a:t>
            </a:r>
            <a:r>
              <a:rPr dirty="0" err="1"/>
              <a:t>пустым</a:t>
            </a:r>
            <a:r>
              <a:rPr dirty="0"/>
              <a:t> </a:t>
            </a:r>
            <a:r>
              <a:rPr dirty="0" err="1"/>
              <a:t>массивом</a:t>
            </a:r>
            <a:r>
              <a:rPr dirty="0"/>
              <a:t> []. </a:t>
            </a:r>
            <a:r>
              <a:rPr dirty="0" err="1"/>
              <a:t>Запрос</a:t>
            </a:r>
            <a:r>
              <a:rPr dirty="0"/>
              <a:t> — </a:t>
            </a:r>
            <a:r>
              <a:rPr dirty="0" err="1"/>
              <a:t>побочный</a:t>
            </a:r>
            <a:r>
              <a:rPr dirty="0"/>
              <a:t> </a:t>
            </a:r>
            <a:r>
              <a:rPr dirty="0" err="1"/>
              <a:t>эффект</a:t>
            </a:r>
            <a:r>
              <a:rPr dirty="0" smtClean="0"/>
              <a:t>.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 dirty="0" err="1"/>
              <a:t>Три</a:t>
            </a:r>
            <a:r>
              <a:rPr dirty="0"/>
              <a:t> </a:t>
            </a:r>
            <a:r>
              <a:rPr dirty="0" err="1"/>
              <a:t>состояния</a:t>
            </a:r>
            <a:r>
              <a:rPr dirty="0"/>
              <a:t>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 dirty="0"/>
              <a:t>  • loading — </a:t>
            </a:r>
            <a:r>
              <a:rPr dirty="0" err="1"/>
              <a:t>идёт</a:t>
            </a:r>
            <a:r>
              <a:rPr dirty="0"/>
              <a:t> </a:t>
            </a:r>
            <a:r>
              <a:rPr dirty="0" err="1"/>
              <a:t>загрузка</a:t>
            </a:r>
            <a:r>
              <a:rPr dirty="0"/>
              <a:t>, </a:t>
            </a:r>
            <a:r>
              <a:rPr dirty="0" err="1"/>
              <a:t>показываем</a:t>
            </a:r>
            <a:r>
              <a:rPr dirty="0"/>
              <a:t> </a:t>
            </a:r>
            <a:r>
              <a:rPr dirty="0" err="1"/>
              <a:t>спиннер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 dirty="0"/>
              <a:t>  • data —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получены</a:t>
            </a:r>
            <a:r>
              <a:rPr dirty="0"/>
              <a:t>, </a:t>
            </a:r>
            <a:r>
              <a:rPr dirty="0" err="1"/>
              <a:t>показываем</a:t>
            </a:r>
            <a:r>
              <a:rPr dirty="0"/>
              <a:t> </a:t>
            </a:r>
            <a:r>
              <a:rPr dirty="0" err="1"/>
              <a:t>контент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Times New Roman"/>
              </a:defRPr>
            </a:pPr>
            <a:r>
              <a:rPr dirty="0"/>
              <a:t>  • error — </a:t>
            </a: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/</a:t>
            </a:r>
            <a:r>
              <a:rPr dirty="0" err="1"/>
              <a:t>сервера</a:t>
            </a:r>
            <a:r>
              <a:rPr dirty="0"/>
              <a:t>, </a:t>
            </a:r>
            <a:r>
              <a:rPr dirty="0" err="1"/>
              <a:t>показываем</a:t>
            </a:r>
            <a:r>
              <a:rPr dirty="0"/>
              <a:t> </a:t>
            </a:r>
            <a:r>
              <a:rPr dirty="0" err="1"/>
              <a:t>сообщение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5719313" cy="2853961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740679"/>
            <a:ext cx="108813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4D399"/>
                </a:solidFill>
                <a:latin typeface="Consolas"/>
              </a:defRPr>
            </a:pPr>
            <a:r>
              <a:rPr sz="1200" dirty="0" err="1"/>
              <a:t>useEffect</a:t>
            </a:r>
            <a:r>
              <a:rPr sz="1200" dirty="0"/>
              <a:t>(() =&gt; {</a:t>
            </a:r>
            <a:br>
              <a:rPr sz="1200" dirty="0"/>
            </a:br>
            <a:r>
              <a:rPr sz="1200" dirty="0"/>
              <a:t>  </a:t>
            </a:r>
            <a:r>
              <a:rPr sz="1200" dirty="0" err="1"/>
              <a:t>const</a:t>
            </a:r>
            <a:r>
              <a:rPr sz="1200" dirty="0"/>
              <a:t> </a:t>
            </a:r>
            <a:r>
              <a:rPr sz="1200" dirty="0" err="1"/>
              <a:t>fetchData</a:t>
            </a:r>
            <a:r>
              <a:rPr sz="1200" dirty="0"/>
              <a:t> = </a:t>
            </a:r>
            <a:r>
              <a:rPr sz="1200" dirty="0" err="1"/>
              <a:t>async</a:t>
            </a:r>
            <a:r>
              <a:rPr sz="1200" dirty="0"/>
              <a:t> () =&gt; {</a:t>
            </a:r>
            <a:br>
              <a:rPr sz="1200" dirty="0"/>
            </a:br>
            <a:r>
              <a:rPr sz="1200" dirty="0"/>
              <a:t>    try {</a:t>
            </a:r>
            <a:br>
              <a:rPr sz="1200" dirty="0"/>
            </a:br>
            <a:r>
              <a:rPr sz="1200" dirty="0"/>
              <a:t>      </a:t>
            </a:r>
            <a:r>
              <a:rPr sz="1200" dirty="0" err="1"/>
              <a:t>setLoading</a:t>
            </a:r>
            <a:r>
              <a:rPr sz="1200" dirty="0"/>
              <a:t>(true);</a:t>
            </a:r>
            <a:br>
              <a:rPr sz="1200" dirty="0"/>
            </a:br>
            <a:r>
              <a:rPr sz="1200" dirty="0"/>
              <a:t>      </a:t>
            </a:r>
            <a:r>
              <a:rPr sz="1200" dirty="0" err="1"/>
              <a:t>const</a:t>
            </a:r>
            <a:r>
              <a:rPr sz="1200" dirty="0"/>
              <a:t> res = await fetch("/</a:t>
            </a:r>
            <a:r>
              <a:rPr sz="1200" dirty="0" err="1"/>
              <a:t>api</a:t>
            </a:r>
            <a:r>
              <a:rPr sz="1200" dirty="0"/>
              <a:t>/data");</a:t>
            </a:r>
            <a:br>
              <a:rPr sz="1200" dirty="0"/>
            </a:br>
            <a:r>
              <a:rPr sz="1200" dirty="0"/>
              <a:t>      </a:t>
            </a:r>
            <a:r>
              <a:rPr sz="1200" dirty="0" err="1"/>
              <a:t>const</a:t>
            </a:r>
            <a:r>
              <a:rPr sz="1200" dirty="0"/>
              <a:t> result = await </a:t>
            </a:r>
            <a:r>
              <a:rPr sz="1200" dirty="0" err="1"/>
              <a:t>res.json</a:t>
            </a:r>
            <a:r>
              <a:rPr sz="1200" dirty="0"/>
              <a:t>();</a:t>
            </a:r>
            <a:br>
              <a:rPr sz="1200" dirty="0"/>
            </a:br>
            <a:r>
              <a:rPr sz="1200" dirty="0"/>
              <a:t>      </a:t>
            </a:r>
            <a:r>
              <a:rPr sz="1200" dirty="0" err="1"/>
              <a:t>setData</a:t>
            </a:r>
            <a:r>
              <a:rPr sz="1200" dirty="0"/>
              <a:t>(result);</a:t>
            </a:r>
            <a:br>
              <a:rPr sz="1200" dirty="0"/>
            </a:br>
            <a:r>
              <a:rPr sz="1200" dirty="0"/>
              <a:t>    } catch (err) {</a:t>
            </a:r>
            <a:br>
              <a:rPr sz="1200" dirty="0"/>
            </a:br>
            <a:r>
              <a:rPr sz="1200" dirty="0"/>
              <a:t>      </a:t>
            </a:r>
            <a:r>
              <a:rPr sz="1200" dirty="0" err="1"/>
              <a:t>setError</a:t>
            </a:r>
            <a:r>
              <a:rPr sz="1200" dirty="0"/>
              <a:t>(</a:t>
            </a:r>
            <a:r>
              <a:rPr sz="1200" dirty="0" err="1"/>
              <a:t>err.message</a:t>
            </a:r>
            <a:r>
              <a:rPr sz="1200" dirty="0"/>
              <a:t>);</a:t>
            </a:r>
            <a:br>
              <a:rPr sz="1200" dirty="0"/>
            </a:br>
            <a:r>
              <a:rPr sz="1200" dirty="0"/>
              <a:t>    } finally {</a:t>
            </a:r>
            <a:br>
              <a:rPr sz="1200" dirty="0"/>
            </a:br>
            <a:r>
              <a:rPr sz="1200" dirty="0"/>
              <a:t>      </a:t>
            </a:r>
            <a:r>
              <a:rPr sz="1200" dirty="0" err="1"/>
              <a:t>setLoading</a:t>
            </a:r>
            <a:r>
              <a:rPr sz="1200" dirty="0"/>
              <a:t>(false);</a:t>
            </a:r>
            <a:br>
              <a:rPr sz="1200" dirty="0"/>
            </a:br>
            <a:r>
              <a:rPr sz="1200" dirty="0"/>
              <a:t>    }</a:t>
            </a:r>
            <a:br>
              <a:rPr sz="1200" dirty="0"/>
            </a:br>
            <a:r>
              <a:rPr sz="1200" dirty="0"/>
              <a:t>  };</a:t>
            </a:r>
            <a:br>
              <a:rPr sz="1200" dirty="0"/>
            </a:br>
            <a:r>
              <a:rPr sz="1200" dirty="0"/>
              <a:t>  </a:t>
            </a:r>
            <a:r>
              <a:rPr sz="1200" dirty="0" err="1"/>
              <a:t>fetchData</a:t>
            </a:r>
            <a:r>
              <a:rPr sz="1200" dirty="0"/>
              <a:t>();</a:t>
            </a:r>
            <a:br>
              <a:rPr sz="1200" dirty="0"/>
            </a:br>
            <a:r>
              <a:rPr sz="1200" dirty="0"/>
              <a:t>}, []);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Times New Roman"/>
              </a:defRPr>
            </a:pPr>
            <a: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4A3B8"/>
                </a:solidFill>
                <a:latin typeface="Times New Roman"/>
              </a:defRPr>
            </a:pPr>
            <a:r>
              <a:t>Вопросы?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  <a:latin typeface="Times New Roman"/>
              </a:defRPr>
            </a:pPr>
            <a:r>
              <a:rPr dirty="0"/>
              <a:t>React.js — </a:t>
            </a:r>
            <a:r>
              <a:t>декларативная</a:t>
            </a:r>
            <a:r>
              <a:rPr dirty="0"/>
              <a:t> </a:t>
            </a:r>
            <a:r>
              <a:rPr dirty="0" err="1"/>
              <a:t>библиотека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построения</a:t>
            </a:r>
            <a:r>
              <a:rPr dirty="0"/>
              <a:t> </a:t>
            </a:r>
            <a:r>
              <a:rPr dirty="0" err="1"/>
              <a:t>интерфейсов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902</Words>
  <Application>Microsoft Office PowerPoint</Application>
  <PresentationFormat>Произвольный</PresentationFormat>
  <Paragraphs>98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Regen 0_0</cp:lastModifiedBy>
  <cp:revision>2</cp:revision>
  <dcterms:created xsi:type="dcterms:W3CDTF">2013-01-27T09:14:16Z</dcterms:created>
  <dcterms:modified xsi:type="dcterms:W3CDTF">2026-06-15T10:21:05Z</dcterms:modified>
  <cp:category/>
</cp:coreProperties>
</file>