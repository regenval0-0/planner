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600" b="1">
                <a:solidFill>
                  <a:srgbClr val="1A1A1A"/>
                </a:solidFill>
                <a:latin typeface="Arial"/>
              </a:defRPr>
            </a:pPr>
            <a:r>
              <a:t>Зачем React?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Ручное управление интерфейсом = спагетти-код.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React сам решает, что перерисовать.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Виртуальный DOM = черновик перед чистовиком.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Меняем только то, что реально изменилось.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Ты говоришь ЧТО нужно, а не КАК сделать.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600" b="1">
                <a:solidFill>
                  <a:srgbClr val="1A1A1A"/>
                </a:solidFill>
                <a:latin typeface="Arial"/>
              </a:defRPr>
            </a:pPr>
            <a:r>
              <a:t>Структура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Vite или CRA — создаём проект одной командой.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main.jsx → вставляет приложение в &lt;div id="root"&gt;.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div#root — пустая рамка, внутри которой живёт React.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Dev-сервер: меняешь код → видишь результат мгновенно.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Production: код сжимается и разбивается на части.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600" b="1">
                <a:solidFill>
                  <a:srgbClr val="1A1A1A"/>
                </a:solidFill>
                <a:latin typeface="Arial"/>
              </a:defRPr>
            </a:pPr>
            <a:r>
              <a:t>JSX — HTML внутри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Выглядит как HTML, но это JavaScript.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За кулисами: JSX → React.createElement(...).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Правила:</a:t>
            </a:r>
          </a:p>
          <a:p>
            <a:pPr lvl="1"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  → Один корневой элемент (или фрагмент &lt;&gt;...&lt;/&gt;).</a:t>
            </a:r>
          </a:p>
          <a:p>
            <a:pPr lvl="1"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  → camelCase: className, onClick, htmlFor.</a:t>
            </a:r>
          </a:p>
          <a:p>
            <a:pPr lvl="1"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  → Все теги закрыты: &lt;img /&gt;, &lt;input /&gt;.</a:t>
            </a:r>
          </a:p>
          <a:p>
            <a:pPr lvl="1"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  → Переменные в фигурных скобках: {name}.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Фрагменты спасают от лишних обёрточных div.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600" b="1">
                <a:solidFill>
                  <a:srgbClr val="1A1A1A"/>
                </a:solidFill>
                <a:latin typeface="Arial"/>
              </a:defRPr>
            </a:pPr>
            <a:r>
              <a:t>Компоненты — кирпичики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Функциональные: функция + хуки = современный стандарт.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Классовые: устаревают, почти не используются.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Один компонент = одна задача.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Разрастается? Разбивай на мелкие части.</a:t>
            </a:r>
          </a:p>
          <a:p>
            <a:pPr>
              <a:spcAft>
                <a:spcPts val="1200"/>
              </a:spcAft>
              <a:defRPr sz="2200" b="1">
                <a:solidFill>
                  <a:srgbClr val="0066CC"/>
                </a:solidFill>
                <a:latin typeface="Arial"/>
              </a:defRPr>
            </a:pPr>
            <a:r>
              <a:t>[!] Не создавай компонент внутри другого — теряется память.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600" b="1">
                <a:solidFill>
                  <a:srgbClr val="1A1A1A"/>
                </a:solidFill>
                <a:latin typeface="Arial"/>
              </a:defRPr>
            </a:pPr>
            <a:r>
              <a:t>Пропсы — данные сверху вниз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Родитель передаёт детям пропсы.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Пропсы только для чтения — изменить нельзя.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Деструктуризация: function Card({ title, image }).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Значения по умолчанию: { type = "button" }.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Ошибка? Ищи в пропсах или в состоянии — других вариантов нет.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600" b="1">
                <a:solidFill>
                  <a:srgbClr val="1A1A1A"/>
                </a:solidFill>
                <a:latin typeface="Arial"/>
              </a:defRPr>
            </a:pPr>
            <a:r>
              <a:t>useState — внутренняя память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Хранит то, что меняется: счётчик, текст, флаг.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Состояние = внутреннее. Пропсы = внешнее.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setState не мгновенный — React собирает изменения.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Зависишь от прошлого значения? Пиши: setX(prev =&gt; prev + 1).</a:t>
            </a:r>
          </a:p>
          <a:p>
            <a:pPr>
              <a:spcAft>
                <a:spcPts val="1200"/>
              </a:spcAft>
              <a:defRPr sz="2200" b="1">
                <a:solidFill>
                  <a:srgbClr val="0066CC"/>
                </a:solidFill>
                <a:latin typeface="Arial"/>
              </a:defRPr>
            </a:pPr>
            <a:r>
              <a:t>[!] Не мутируй напрямую: arr.push() не сработает.</a:t>
            </a:r>
          </a:p>
          <a:p>
            <a:pPr>
              <a:spcAft>
                <a:spcPts val="1200"/>
              </a:spcAft>
              <a:defRPr sz="2200" b="1">
                <a:solidFill>
                  <a:srgbClr val="008844"/>
                </a:solidFill>
                <a:latin typeface="Arial"/>
              </a:defRPr>
            </a:pPr>
            <a:r>
              <a:t>[OK] Создавай новый массив/объект: [...arr], { ...obj }.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600" b="1">
                <a:solidFill>
                  <a:srgbClr val="1A1A1A"/>
                </a:solidFill>
                <a:latin typeface="Arial"/>
              </a:defRPr>
            </a:pPr>
            <a:r>
              <a:t>useEffect — всё, кроме рисования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Загрузка данных, таймеры, подписки, работа с DOM.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Массив зависимостей говорит, когда запускаться:</a:t>
            </a:r>
          </a:p>
          <a:p>
            <a:pPr lvl="1"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  → нет массива — после каждой перерисовки.</a:t>
            </a:r>
          </a:p>
          <a:p>
            <a:pPr lvl="1"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  → [] — один раз при появлении на экране.</a:t>
            </a:r>
          </a:p>
          <a:p>
            <a:pPr lvl="1"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  → [x] — когда x изменился.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Cleanup: убираем за собой (отмена запроса, таймер).</a:t>
            </a:r>
          </a:p>
          <a:p>
            <a:pPr>
              <a:spcAft>
                <a:spcPts val="1200"/>
              </a:spcAft>
              <a:defRPr sz="2200" b="1">
                <a:solidFill>
                  <a:srgbClr val="0066CC"/>
                </a:solidFill>
                <a:latin typeface="Arial"/>
              </a:defRPr>
            </a:pPr>
            <a:r>
              <a:t>[!] Не обновляй внутри то, что указал в зависимостях — петля!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600" b="1">
                <a:solidFill>
                  <a:srgbClr val="1A1A1A"/>
                </a:solidFill>
                <a:latin typeface="Arial"/>
              </a:defRPr>
            </a:pPr>
            <a:r>
              <a:t>Роутинг — переходы без перезагрузки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SPA: страницы меняются мгновенно, как в приложении.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BrowserRouter → Routes → Route.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Link меняет адрес без перезагрузки.</a:t>
            </a:r>
          </a:p>
          <a:p>
            <a:pPr>
              <a:spcAft>
                <a:spcPts val="1200"/>
              </a:spcAft>
              <a:defRPr sz="2200" b="1">
                <a:solidFill>
                  <a:srgbClr val="0066CC"/>
                </a:solidFill>
                <a:latin typeface="Arial"/>
              </a:defRPr>
            </a:pPr>
            <a:r>
              <a:t>[!] Обычная &lt;a&gt; перезагружает страницу — убивает SPA!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Динамические адреса: /product/123 → useParams() → 123.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600" b="1">
                <a:solidFill>
                  <a:srgbClr val="1A1A1A"/>
                </a:solidFill>
                <a:latin typeface="Arial"/>
              </a:defRPr>
            </a:pPr>
            <a:r>
              <a:t>Запросы к серверу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Загружаем в useEffect с [] при открытии страницы.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Всегда три состояния:</a:t>
            </a:r>
          </a:p>
          <a:p>
            <a:pPr lvl="1"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  → загрузка — спиннер / скелетон.</a:t>
            </a:r>
          </a:p>
          <a:p>
            <a:pPr lvl="1"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  → данные — показываем контент.</a:t>
            </a:r>
          </a:p>
          <a:p>
            <a:pPr lvl="1"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  → ошибка — понятное сообщение, а не белый экран.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Отменяй запрос при уходе со страницы — AbortController.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600" b="1">
                <a:solidFill>
                  <a:srgbClr val="1A1A1A"/>
                </a:solidFill>
                <a:latin typeface="Arial"/>
              </a:defRPr>
            </a:pPr>
            <a:r>
              <a:t>Итог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React рисует интерфейс за тебя — ты только описываешь результат.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Компоненты и хуки делают код понятным и тестируемым.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  <a:latin typeface="Arial"/>
              </a:defRPr>
            </a:pPr>
            <a:r>
              <a:t>Роутинг + API = полноценное одностраничное приложение.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